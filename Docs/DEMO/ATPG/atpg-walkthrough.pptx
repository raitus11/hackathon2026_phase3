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53" y="8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2577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ATPG is not a new testing product - it automates the authoring of Ab Initio's own graph unit tests. Twenty minutes, three parts: how the underlying testing works, how to run the generator, and where it breaks. Say up front that part three is the part not written down anywhere.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goals from the Confluence introduction. For the manager, the fourth is the business case - Octane publication and QTE credit. Then land the framing line: ATPG automates the authoring, not the testing. That's why the next three slides are about the framework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mechanism. Two annotation types placed on flows: input source is where test data enters, test probe is where output is collected and compared. Only the region between them runs; everything outside greys out. This is what the Confluence page means by probes inserted in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four boxes left to right. Emphasise the pass rule: differences not accounted for mean FAIL; no differences, or all accounted for, mean PASS. That phrase 'accounted for' is the hook into ignore-fields and key comparison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slide people ask about afterwards. Geoff's words: two files, the input fed to the job each run and the baseline the output must match, compared field for field. Then the fingerprint - that hex string is an SHA of the snapshot contents; the .tst stores only the hash. And the .dml point: tests match on record format as well as data, so a DML change alone can fail a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prerequisites plus the EME. Flag lead time - Octane and Apigee access are not same-day, so anyone planning to run this next sprint should start the requests now. The EME determines the auth token; get it wrong and the run fails at authentication.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from a directory you can write to - it drops a tmp.ksh. Always pass -verbose; the Confluence page asks for it explicitly. Arguments can be given in any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actual invocation against fdic_370, filtered to asn_init_orc_ark. Roughly three minutes per job, so a full sandbox is an overnight run, not something before standup. It continues if a job fails. Say out loud: keys are per user and never go in a deck, a ticket, or a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point: the MCP server is invisible to you. When something goes wrong you're debugging a black box, which is why -verbose matters and why the ETL group list is the escalation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lands in the sandbox tst directory. The warning that saves pain: run_test.ksh is recreated on every run, so rename it before you edit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execution paths plus coverage. On the middle path: Ab Initio says the snapshot unpacks automatically from the command line - our extra copy step exists because of the .pdf suffix, not because unpacking is normally manual. For CI/CD the middle-six must be ABTEST. On coverage, note the version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turns a red test into a diagnosis. Walk the numbers: field differences, added, deleted, changed, then baseline versus output record counts. Then the two canonical causes. Update Baseline overwrites the previous baseline - a deliberate decision, not a way to make red go 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Tone shift - this is the part not on the Confluence page, from a direct conversation with Geoff on 2 September. Read the pattern out loud: every case here is a graph where the logic is not in the graph. ATPG reasons about graph internals, so if the work happens in SQL or the database, there's nothing to analyse.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actions, not summary. Ask for two decisions in the room: who owns the first full pass, and whether we record our generation rate as a data point back to the ETL team. Then hand to the principal engineer on ignore_fields - our FDIC outputs have date columns and we need a policy, not case-by-case guesswork.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1732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FFC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DEVELOPMENT SUPPORT  ·  FDIC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82880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Test Plan</a:t>
            </a:r>
            <a:endParaRPr lang="en-US" sz="5000" dirty="0"/>
          </a:p>
          <a:p>
            <a:pPr marL="0" indent="0">
              <a:lnSpc>
                <a:spcPct val="92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566928" y="3730752"/>
            <a:ext cx="960120" cy="68580"/>
          </a:xfrm>
          <a:prstGeom prst="rect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4005072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CFC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graph unit test generation for our Ab Initio jobs — how the testing works, how to run it, and the cases where it still fails.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18872" cy="118872"/>
          </a:xfrm>
          <a:prstGeom prst="rect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86384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58368"/>
            <a:ext cx="11055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ATPG exists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5344668" cy="1024128"/>
          </a:xfrm>
          <a:prstGeom prst="rect">
            <a:avLst/>
          </a:prstGeom>
          <a:solidFill>
            <a:srgbClr val="F2F0ED"/>
          </a:solidFill>
          <a:ln w="12700">
            <a:solidFill>
              <a:srgbClr val="F2F0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1645920"/>
            <a:ext cx="49423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Kickstart testing practices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1938528"/>
            <a:ext cx="4942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simple tests; evolve toward advanced custom scenarios later.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77356" y="1481328"/>
            <a:ext cx="5344668" cy="1024128"/>
          </a:xfrm>
          <a:prstGeom prst="rect">
            <a:avLst/>
          </a:prstGeom>
          <a:solidFill>
            <a:srgbClr val="F2F0ED"/>
          </a:solidFill>
          <a:ln w="12700">
            <a:solidFill>
              <a:srgbClr val="F2F0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78524" y="1645920"/>
            <a:ext cx="49423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regression coverage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78524" y="1938528"/>
            <a:ext cx="4942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job validated automatically so breaking changes surface early.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2706624"/>
            <a:ext cx="5344668" cy="1024128"/>
          </a:xfrm>
          <a:prstGeom prst="rect">
            <a:avLst/>
          </a:prstGeom>
          <a:solidFill>
            <a:srgbClr val="F2F0ED"/>
          </a:solidFill>
          <a:ln w="12700">
            <a:solidFill>
              <a:srgbClr val="F2F0E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92480" y="2798064"/>
            <a:ext cx="49423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and compliance metrics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" y="3163824"/>
            <a:ext cx="4942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published to Octane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3858768"/>
            <a:ext cx="11055096" cy="841248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4023360"/>
            <a:ext cx="10652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ATPG produces is a standard Ab Initio Graph Unit Test — the same vendor-documented artifact we could write by hand. It automates the authoring, not the testing. So the next three slides are about the framework itself.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901184"/>
            <a:ext cx="3502152" cy="969264"/>
          </a:xfrm>
          <a:prstGeom prst="rect">
            <a:avLst/>
          </a:prstGeom>
          <a:solidFill>
            <a:srgbClr val="EFF5F0"/>
          </a:solidFill>
          <a:ln w="12700">
            <a:solidFill>
              <a:srgbClr val="EFF5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8096" y="5065776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graph changes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68096" y="5358384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 live in the .tst, never the .mp.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43400" y="4901184"/>
            <a:ext cx="3502152" cy="969264"/>
          </a:xfrm>
          <a:prstGeom prst="rect">
            <a:avLst/>
          </a:prstGeom>
          <a:solidFill>
            <a:srgbClr val="EFF5F0"/>
          </a:solidFill>
          <a:ln w="12700">
            <a:solidFill>
              <a:srgbClr val="EFF5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44568" y="5065776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Non-destructive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44568" y="5358384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writes to targets, no reads from sources. Safe in any environment.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18872" cy="118872"/>
          </a:xfrm>
          <a:prstGeom prst="rect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86384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58368"/>
            <a:ext cx="11055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graph unit test is built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44752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define the boundaries of a test by placing test annotations on the flows. Two kinds.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901952"/>
            <a:ext cx="5344668" cy="1572768"/>
          </a:xfrm>
          <a:prstGeom prst="rect">
            <a:avLst/>
          </a:prstGeom>
          <a:solidFill>
            <a:srgbClr val="F2F0ED"/>
          </a:solidFill>
          <a:ln w="12700">
            <a:solidFill>
              <a:srgbClr val="F2F0E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8096" y="2066544"/>
            <a:ext cx="49423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source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359152"/>
            <a:ext cx="49423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data used as input for testing. Placed where the test should begin — where test data is inserted. Goes on any flow, or on a static lookup file.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77356" y="1901952"/>
            <a:ext cx="5344668" cy="1572768"/>
          </a:xfrm>
          <a:prstGeom prst="rect">
            <a:avLst/>
          </a:prstGeom>
          <a:solidFill>
            <a:srgbClr val="F2F0ED"/>
          </a:solidFill>
          <a:ln w="12700">
            <a:solidFill>
              <a:srgbClr val="F2F0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78524" y="2066544"/>
            <a:ext cx="49423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probe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78524" y="2359152"/>
            <a:ext cx="49423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data on the flow against the predefined baseline and reports any difference. Placed where the test should end — where output is collected.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657600"/>
            <a:ext cx="11055096" cy="1225296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8096" y="3822192"/>
            <a:ext cx="10652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portion of the graph within those boundaries runs during the test. Everything outside appears grey and does not run.</a:t>
            </a:r>
            <a:endParaRPr lang="en-US" sz="1250" dirty="0"/>
          </a:p>
          <a:p>
            <a:pPr marL="0" indent="0">
              <a:lnSpc>
                <a:spcPct val="116000"/>
              </a:lnSpc>
              <a:buNone/>
            </a:pPr>
            <a:endParaRPr lang="en-US" sz="12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annotations live in the .tst file rather than the .mp, testing requires no change to the graph itself.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18872" cy="118872"/>
          </a:xfrm>
          <a:prstGeom prst="rect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86384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58368"/>
            <a:ext cx="11055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test executes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2681478" cy="170078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609344"/>
            <a:ext cx="23888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7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1847088"/>
            <a:ext cx="23888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captured input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340864"/>
            <a:ext cx="238887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captured input data, not the graph's real input datasets or lookup files.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58134" y="1481328"/>
            <a:ext cx="2681478" cy="170078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04438" y="1609344"/>
            <a:ext cx="23888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7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504438" y="1847088"/>
            <a:ext cx="23888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bounded region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3504438" y="2340864"/>
            <a:ext cx="238887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components inside the annotation boundaries execute.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49340" y="1481328"/>
            <a:ext cx="2681478" cy="1700784"/>
          </a:xfrm>
          <a:prstGeom prst="rect">
            <a:avLst/>
          </a:prstGeom>
          <a:solidFill>
            <a:srgbClr val="FFCD41"/>
          </a:solidFill>
          <a:ln w="15875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95644" y="1609344"/>
            <a:ext cx="23888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295644" y="1847088"/>
            <a:ext cx="23888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at the probes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295644" y="2340864"/>
            <a:ext cx="238887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4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written to test-specific files instead of the original targets.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40546" y="1481328"/>
            <a:ext cx="2681478" cy="170078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86850" y="1609344"/>
            <a:ext cx="23888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7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086850" y="1847088"/>
            <a:ext cx="23888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 baseline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9086850" y="2340864"/>
            <a:ext cx="238887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probe's output compared to its baseline to decide PASS or FAIL.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" y="3456432"/>
            <a:ext cx="5344668" cy="1463040"/>
          </a:xfrm>
          <a:prstGeom prst="rect">
            <a:avLst/>
          </a:prstGeom>
          <a:solidFill>
            <a:srgbClr val="F2F0ED"/>
          </a:solidFill>
          <a:ln w="12700">
            <a:solidFill>
              <a:srgbClr val="F2F0E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8096" y="3621024"/>
            <a:ext cx="49423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pass rule, precisely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" y="3913632"/>
            <a:ext cx="49423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Differences that aren't accounted for → FAIL. No differences, or all differences accounted for → PASS.</a:t>
            </a:r>
            <a:endParaRPr lang="en-US" sz="1200" dirty="0"/>
          </a:p>
          <a:p>
            <a:pPr marL="0" indent="0">
              <a:lnSpc>
                <a:spcPct val="116000"/>
              </a:lnSpc>
              <a:buNone/>
            </a:pPr>
            <a:endParaRPr lang="en-US" sz="12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"Accounted for" is where field-ignoring and key-based comparison come in.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77356" y="3456432"/>
            <a:ext cx="5344668" cy="1463040"/>
          </a:xfrm>
          <a:prstGeom prst="rect">
            <a:avLst/>
          </a:prstGeom>
          <a:solidFill>
            <a:srgbClr val="FCEEEE"/>
          </a:solidFill>
          <a:ln w="12700">
            <a:solidFill>
              <a:srgbClr val="FCEE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78524" y="3621024"/>
            <a:ext cx="49423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runs during capture is different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478524" y="3913632"/>
            <a:ext cx="49423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upstream of the input sources DO run during capture — they have to, to produce the data being captured. Components downstream of the probes never run.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18872" cy="118872"/>
          </a:xfrm>
          <a:prstGeom prst="rect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86384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58368"/>
            <a:ext cx="11055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baseline and the snapshot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2646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collects input and output; the data captured at the probes becomes the baseline. Both get packed into one file.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11055096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828800"/>
            <a:ext cx="10689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tlk/tlk_audit/tst/example_test_9d3d6148987e.pack.pdf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231136"/>
            <a:ext cx="11055096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231136"/>
            <a:ext cx="1143000" cy="713232"/>
          </a:xfrm>
          <a:prstGeom prst="rect">
            <a:avLst/>
          </a:prstGeom>
          <a:solidFill>
            <a:srgbClr val="F2F0ED"/>
          </a:solidFill>
          <a:ln w="15875">
            <a:solidFill>
              <a:srgbClr val="11111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2231136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892808" y="2322576"/>
            <a:ext cx="9573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fed to the job on every run. ATPG generates it synthetically to maximise coverage — a three-case if gets three records, one per case. Stored as .dat plus .dml.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2944368"/>
            <a:ext cx="11055096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2944368"/>
            <a:ext cx="1143000" cy="713232"/>
          </a:xfrm>
          <a:prstGeom prst="rect">
            <a:avLst/>
          </a:prstGeom>
          <a:solidFill>
            <a:srgbClr val="F2F0ED"/>
          </a:solidFill>
          <a:ln w="15875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2944368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892808" y="3035808"/>
            <a:ext cx="9573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output must match on every run, compared field for field. Also .dat plus .dml — so tests match on record format as well as data.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931920"/>
            <a:ext cx="3502152" cy="1133856"/>
          </a:xfrm>
          <a:prstGeom prst="rect">
            <a:avLst/>
          </a:prstGeom>
          <a:solidFill>
            <a:srgbClr val="F2F0ED"/>
          </a:solidFill>
          <a:ln w="12700">
            <a:solidFill>
              <a:srgbClr val="F2F0E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8096" y="4096512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hex string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" y="4389120"/>
            <a:ext cx="3099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SHA fingerprint of the snapshot contents. The .tst stores only the hash.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43400" y="3931920"/>
            <a:ext cx="3502152" cy="1133856"/>
          </a:xfrm>
          <a:prstGeom prst="rect">
            <a:avLst/>
          </a:prstGeom>
          <a:solidFill>
            <a:srgbClr val="F2F0ED"/>
          </a:solidFill>
          <a:ln w="12700">
            <a:solidFill>
              <a:srgbClr val="F2F0E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44568" y="4096512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.pdf suffix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44568" y="4389120"/>
            <a:ext cx="3099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Appended so the EME permits check-in. Strip it for a manual single-test run.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19872" y="3931920"/>
            <a:ext cx="3502152" cy="1133856"/>
          </a:xfrm>
          <a:prstGeom prst="rect">
            <a:avLst/>
          </a:prstGeom>
          <a:solidFill>
            <a:srgbClr val="FCEEEE"/>
          </a:solidFill>
          <a:ln w="12700">
            <a:solidFill>
              <a:srgbClr val="FCEE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21040" y="4096512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before check-in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4389120"/>
            <a:ext cx="3099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 writes the fingerprint into the .tst. Check in first and you'll check in twice.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18872" cy="118872"/>
          </a:xfrm>
          <a:prstGeom prst="rect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86384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58368"/>
            <a:ext cx="11055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anyone can run it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508760"/>
            <a:ext cx="246888" cy="24688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50876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1481328"/>
            <a:ext cx="10671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Octane account. ValueEdge Octane workspace onboarding checklist and access request. Develop You course MA-0000858 covers the ALM Octane introduction.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167128"/>
            <a:ext cx="246888" cy="24688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216712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50976" y="2139696"/>
            <a:ext cx="10671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Apigee account. API Portal access as a Consumer, then subscribe in Production to ResultLogger_Consumer_API and to testAssets.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825496"/>
            <a:ext cx="246888" cy="24688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282549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50976" y="2798064"/>
            <a:ext cx="10671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key, per user. Requested from ETL Product Management with user ID, name and email. A more formal request process is noted as coming.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584448"/>
            <a:ext cx="11055096" cy="1755648"/>
          </a:xfrm>
          <a:prstGeom prst="rect">
            <a:avLst/>
          </a:prstGeom>
          <a:solidFill>
            <a:srgbClr val="FCEEEE"/>
          </a:solidFill>
          <a:ln w="12700">
            <a:solidFill>
              <a:srgbClr val="FCEE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6384" y="3730752"/>
            <a:ext cx="1061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A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the EME your application uses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86384" y="4023360"/>
            <a:ext cx="10616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to generate the correct authentication token. FDIC runs against bica.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6384" y="4334256"/>
            <a:ext cx="10616184" cy="841248"/>
          </a:xfrm>
          <a:prstGeom prst="rect">
            <a:avLst/>
          </a:prstGeom>
          <a:solidFill>
            <a:srgbClr val="1B1A18"/>
          </a:solidFill>
          <a:ln w="12700">
            <a:solidFill>
              <a:srgbClr val="1B1A1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9264" y="4462272"/>
            <a:ext cx="102504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DE9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AB_AIR_ROOT : //1aoe-dev-beme.np.wellsfargo.net/abinitio/dev/ped/dev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DE9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AB_AIR_ROOT : //1aoe-dev-eeme.np.wellsfargo.net/abinitio/eme/dev/eapp/eapp_d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18872" cy="118872"/>
          </a:xfrm>
          <a:prstGeom prst="rect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86384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58368"/>
            <a:ext cx="11055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command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444752"/>
            <a:ext cx="11055096" cy="621792"/>
          </a:xfrm>
          <a:prstGeom prst="rect">
            <a:avLst/>
          </a:prstGeom>
          <a:solidFill>
            <a:srgbClr val="1B1A18"/>
          </a:solidFill>
          <a:ln w="12700">
            <a:solidFill>
              <a:srgbClr val="1B1A1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572768"/>
            <a:ext cx="10689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DE9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/apps/abi/shared/scripts/run_atpg.ksh -eme &lt;bica|eapp&gt; -mcp_key AUTH_KEY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DE9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-user MCP_USER -sandbox SANDBOX_PATH [OPTIONS]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67712"/>
          <a:ext cx="5344668" cy="155448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8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C3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C3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-eme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EME the project uses — bica for 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-mcp_key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key, from the admin team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-user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LAN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-sandbox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On-disk location of your project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7356" y="2267712"/>
          <a:ext cx="5344668" cy="2097024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0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C3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C3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-verbose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 by default; always turn it 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-substring_filter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 which jobs are tested — matches mp and pset filenames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-ignore_fields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Fields skipped in comparison. Anything with a changing time or 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-nonoverrideable_params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 to unset during creation. Rare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-overwrite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Regenerate tests already present in tst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66928" y="5029200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from any unix directory your user can write to — it creates a tmp.ksh file. Arguments can be given in any order.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18872" cy="118872"/>
          </a:xfrm>
          <a:prstGeom prst="rect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86384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58368"/>
            <a:ext cx="11055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run against FDIC 370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11055096" cy="1737360"/>
          </a:xfrm>
          <a:prstGeom prst="rect">
            <a:avLst/>
          </a:prstGeom>
          <a:solidFill>
            <a:srgbClr val="1B1A18"/>
          </a:solidFill>
          <a:ln w="12700">
            <a:solidFill>
              <a:srgbClr val="1B1A1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591056"/>
            <a:ext cx="1068933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DE9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/apps/abi/shared/scripts/run_atpg.ksh -eme bica -mcp_key &lt;YOUR_KEY&gt; \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DE9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-user u669117 \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DE9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-sandbox /apps/src/fdic/developers/u669117/home/private_sand/fdic/fdic_370/ \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DE9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-substring_filter asn_init_orc_ark -verbose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DE9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Keys are per user. 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3456432"/>
            <a:ext cx="5344668" cy="1371600"/>
          </a:xfrm>
          <a:prstGeom prst="rect">
            <a:avLst/>
          </a:prstGeom>
          <a:solidFill>
            <a:srgbClr val="F2F0ED"/>
          </a:solidFill>
          <a:ln w="12700">
            <a:solidFill>
              <a:srgbClr val="F2F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3621024"/>
            <a:ext cx="49423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the time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3913632"/>
            <a:ext cx="49423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three minutes per job to create the data and the test job. The Confluence guidance is blunt: start it and leave it running overnight.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7356" y="3456432"/>
            <a:ext cx="5344668" cy="1371600"/>
          </a:xfrm>
          <a:prstGeom prst="rect">
            <a:avLst/>
          </a:prstGeom>
          <a:solidFill>
            <a:srgbClr val="F2F0ED"/>
          </a:solidFill>
          <a:ln w="12700">
            <a:solidFill>
              <a:srgbClr val="F2F0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78524" y="3621024"/>
            <a:ext cx="49423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failure won't stop the batch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78524" y="3913632"/>
            <a:ext cx="49423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script continues if a job fails to run, so a single problem graph doesn't cost you the whole pass.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18872" cy="118872"/>
          </a:xfrm>
          <a:prstGeom prst="rect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86384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58368"/>
            <a:ext cx="11055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after you press enter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63040"/>
            <a:ext cx="5344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script does this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792224"/>
            <a:ext cx="53446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■"/>
            </a:pPr>
            <a:r>
              <a:rPr lang="en-US" sz="115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the MCP server and fetches a job key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■"/>
            </a:pPr>
            <a:r>
              <a:rPr lang="en-US" sz="115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the MCP server check out the sandbox server-side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■"/>
            </a:pPr>
            <a:r>
              <a:rPr lang="en-US" sz="115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it create a supporting sandbox in the EME, in a test folder adjacent to yours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■"/>
            </a:pPr>
            <a:r>
              <a:rPr lang="en-US" sz="115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all graphs in the sandbox on disk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■"/>
            </a:pPr>
            <a:r>
              <a:rPr lang="en-US" sz="115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the MCP to generate a test for each graph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■"/>
            </a:pPr>
            <a:r>
              <a:rPr lang="en-US" sz="115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suite file so all tests run with one command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■"/>
            </a:pPr>
            <a:r>
              <a:rPr lang="en-US" sz="115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octane.ksh, saving credentials in the EME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■"/>
            </a:pPr>
            <a:r>
              <a:rPr lang="en-US" sz="115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run_test.ksh to run the suite and load results to Octane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277356" y="1463040"/>
            <a:ext cx="5344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7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MCP server does this, invisibly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277356" y="1792224"/>
            <a:ext cx="53446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■"/>
            </a:pPr>
            <a:r>
              <a:rPr lang="en-US" sz="115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Examines the job — all inputs, outputs and record formats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■"/>
            </a:pPr>
            <a:r>
              <a:rPr lang="en-US" sz="115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synthetic test input to maximise code coverage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■"/>
            </a:pPr>
            <a:r>
              <a:rPr lang="en-US" sz="115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job on that new input data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■"/>
            </a:pPr>
            <a:r>
              <a:rPr lang="en-US" sz="115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the output as the ground truth baseline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■"/>
            </a:pPr>
            <a:r>
              <a:rPr lang="en-US" sz="115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 graph unit test file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■"/>
            </a:pPr>
            <a:r>
              <a:rPr lang="en-US" sz="115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input and baseline into a snapshot file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■"/>
            </a:pPr>
            <a:r>
              <a:rPr lang="en-US" sz="115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snapshot and test file into the EME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18872" cy="118872"/>
          </a:xfrm>
          <a:prstGeom prst="rect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86384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58368"/>
            <a:ext cx="11055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 back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5096" cy="2688336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7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C3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Artifact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C3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path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C3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/tlk/tlk_audit/mp/example_test.mp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graph that was tested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file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tst/example_test.tst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definition — annotations and parameters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file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tst/example_test_9d3d…pack.pdf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plus baseline snapshot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Suite file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tst/suite.txt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Lists the tests to run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Octane file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tst/octane.ksh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Octane parameters; secrets in logonmgr under config octane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script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tst/run_test.ksh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Unpacks the data and runs the suite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18872" cy="118872"/>
          </a:xfrm>
          <a:prstGeom prst="rect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86384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58368"/>
            <a:ext cx="11055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the tests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26464"/>
            <a:ext cx="3502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suite, into Octane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700784"/>
            <a:ext cx="3502152" cy="475488"/>
          </a:xfrm>
          <a:prstGeom prst="rect">
            <a:avLst/>
          </a:prstGeom>
          <a:solidFill>
            <a:srgbClr val="1B1A18"/>
          </a:solidFill>
          <a:ln w="12700">
            <a:solidFill>
              <a:srgbClr val="1B1A1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828800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DE9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run_test.ksh &lt;sandbox&gt;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249424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suite and submits results to Octane.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1426464"/>
            <a:ext cx="3502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test, no Octane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1700784"/>
            <a:ext cx="3502152" cy="1097280"/>
          </a:xfrm>
          <a:prstGeom prst="rect">
            <a:avLst/>
          </a:prstGeom>
          <a:solidFill>
            <a:srgbClr val="1B1A18"/>
          </a:solidFill>
          <a:ln w="12700">
            <a:solidFill>
              <a:srgbClr val="1B1A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1828800"/>
            <a:ext cx="3136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DE9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 sandbox test snapshot list &lt;tst&gt;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DE9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...pack.pdf $AI_TEST_DATA_ARCHIVE/...pack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DE9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 test snapshot unpack &lt;tst&gt;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DE9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 test run &lt;.tst&gt;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31272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code coverage — how much of the transform the generated data actually exercised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3456432"/>
            <a:ext cx="11055096" cy="512064"/>
          </a:xfrm>
          <a:prstGeom prst="rect">
            <a:avLst/>
          </a:prstGeom>
          <a:solidFill>
            <a:srgbClr val="1B1A18"/>
          </a:solidFill>
          <a:ln w="12700">
            <a:solidFill>
              <a:srgbClr val="1B1A1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3584448"/>
            <a:ext cx="10689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9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 sandbox test run &lt;tst file&gt; -code-coverage -verbose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4169664"/>
            <a:ext cx="11055096" cy="1371600"/>
          </a:xfrm>
          <a:prstGeom prst="rect">
            <a:avLst/>
          </a:prstGeom>
          <a:solidFill>
            <a:srgbClr val="FCEEEE"/>
          </a:solidFill>
          <a:ln w="12700">
            <a:solidFill>
              <a:srgbClr val="FCEE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4334256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Confirmed, with one caveat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" y="4626864"/>
            <a:ext cx="10652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-code-coverage is documented in the air Command Reference alongside -junit, -capture-inputs, -unpack / -no-unpack and -suite.</a:t>
            </a:r>
            <a:endParaRPr lang="en-US" sz="1150" dirty="0"/>
          </a:p>
          <a:p>
            <a:pPr marL="0" indent="0">
              <a:lnSpc>
                <a:spcPct val="116000"/>
              </a:lnSpc>
              <a:buNone/>
            </a:pPr>
            <a:endParaRPr lang="en-US" sz="1150" dirty="0"/>
          </a:p>
          <a:p>
            <a:pPr marL="0" indent="0">
              <a:lnSpc>
                <a:spcPct val="116000"/>
              </a:lnSpc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18872" cy="118872"/>
          </a:xfrm>
          <a:prstGeom prst="rect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86384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58368"/>
            <a:ext cx="11055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a failure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4846320" cy="2286000"/>
          </a:xfrm>
          <a:prstGeom prst="rect">
            <a:avLst/>
          </a:prstGeom>
          <a:solidFill>
            <a:srgbClr val="1B1A18"/>
          </a:solidFill>
          <a:ln w="12700">
            <a:solidFill>
              <a:srgbClr val="1B1A1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591056"/>
            <a:ext cx="448056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DE9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Events_Keyed_by_dt_id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DE9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Output-to-baseline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DE9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field differences:   2 [View]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DE9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Added records:       2 [View]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DE9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Deleted records:     0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DE9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Changed records:     0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DE9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------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DE9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Baseline records:   20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DE9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Output records:     22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DE9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[Go to test probe] [Update baseline]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8221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detail from the Test Manager or Unit Test Editor.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824728" y="1463040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causes you'll actually hit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824728" y="1810512"/>
            <a:ext cx="57972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■"/>
            </a:pPr>
            <a:r>
              <a:rPr lang="en-US" sz="120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order changed. Same records, different sequence from the baseline. Fix: train the test to compare on a key rather than position.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■"/>
            </a:pPr>
            <a:r>
              <a:rPr lang="en-US" sz="120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volatile field. A timestamp or date differs between run and baseline. Fix: ignore that field — which is what -ignore_fields does at generation time.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24728" y="3383280"/>
            <a:ext cx="5797296" cy="1188720"/>
          </a:xfrm>
          <a:prstGeom prst="rect">
            <a:avLst/>
          </a:prstGeom>
          <a:solidFill>
            <a:srgbClr val="F2F0ED"/>
          </a:solidFill>
          <a:ln w="12700">
            <a:solidFill>
              <a:srgbClr val="F2F0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25896" y="354787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new output is genuinely correct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025896" y="3840480"/>
            <a:ext cx="5394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the failing probe → Test Results &gt; Update Baseline. The previous baseline file is overwritten. A deliberate decision, not a way to make red go away.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18872" cy="118872"/>
          </a:xfrm>
          <a:prstGeom prst="rect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86384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58368"/>
            <a:ext cx="11055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cases where generation fails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810512"/>
            <a:ext cx="53446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■"/>
            </a:pPr>
            <a:r>
              <a:rPr lang="en-US" sz="130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Plans. Not supported.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■"/>
            </a:pPr>
            <a:r>
              <a:rPr lang="en-US" sz="130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Database-only graphs where all logic sits inside a single run-sql component.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277356" y="1810512"/>
            <a:ext cx="53446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■"/>
            </a:pPr>
            <a:r>
              <a:rPr lang="en-US" sz="130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Two-component graphs with no internal logic.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■"/>
            </a:pPr>
            <a:r>
              <a:rPr lang="en-US" sz="130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 using join-with-db where the logic lives in the database.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145536"/>
            <a:ext cx="11055096" cy="1225296"/>
          </a:xfrm>
          <a:prstGeom prst="rect">
            <a:avLst/>
          </a:prstGeom>
          <a:solidFill>
            <a:srgbClr val="FCEEEE"/>
          </a:solidFill>
          <a:ln w="12700">
            <a:solidFill>
              <a:srgbClr val="FCEE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8096" y="3310128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the honest one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3602736"/>
            <a:ext cx="10652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is still being upgraded and fails to analyse some graphs it should analyse. Those get fixed as time is allocated. 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4553712"/>
            <a:ext cx="11055096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68096" y="4718304"/>
            <a:ext cx="10652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3C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ATPG reasons about logic expressed in the graph. Where the logic has been pushed into SQL or the database, there is nothing for it to see.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18872" cy="118872"/>
          </a:xfrm>
          <a:prstGeom prst="rect">
            <a:avLst/>
          </a:prstGeom>
          <a:solidFill>
            <a:srgbClr val="FFCD41"/>
          </a:solidFill>
          <a:ln w="12700">
            <a:solidFill>
              <a:srgbClr val="FFCD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86384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C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58368"/>
            <a:ext cx="11055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go and what's next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536192"/>
            <a:ext cx="52989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help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865376"/>
            <a:ext cx="529894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■"/>
            </a:pPr>
            <a:r>
              <a:rPr lang="en-US" sz="1150" dirty="0">
                <a:solidFill>
                  <a:srgbClr val="E5E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ATPG support — ETL Product Management group list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■"/>
            </a:pPr>
            <a:r>
              <a:rPr lang="en-US" sz="1150" dirty="0">
                <a:solidFill>
                  <a:srgbClr val="E5E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unit testing help — ticket on the ATPG </a:t>
            </a:r>
            <a:r>
              <a:rPr lang="en-US" sz="1150">
                <a:solidFill>
                  <a:srgbClr val="E5E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Register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2562</Words>
  <Application>Microsoft Office PowerPoint</Application>
  <PresentationFormat>Widescreen</PresentationFormat>
  <Paragraphs>228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Test Plan Generator (ATPG)</dc:title>
  <dc:subject>PptxGenJS Presentation</dc:subject>
  <dc:creator>FDIC / ETL Development Support</dc:creator>
  <cp:lastModifiedBy>subham Bhattacharjee</cp:lastModifiedBy>
  <cp:revision>15</cp:revision>
  <dcterms:created xsi:type="dcterms:W3CDTF">2026-09-14T18:02:25Z</dcterms:created>
  <dcterms:modified xsi:type="dcterms:W3CDTF">2026-09-17T12:59:49Z</dcterms:modified>
</cp:coreProperties>
</file>